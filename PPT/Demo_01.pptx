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499C6-3774-2D21-0603-B46358AAD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961FDB-0AA4-B9D6-1F40-688F12F35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79E5A6-D6C2-D36E-118F-9B6DFC99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37E29-2315-CC2F-6C92-88F72596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9DF958-23E4-31E8-4250-87824743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5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19CC9-93B0-A62C-686C-25CC4D91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D97442-C8D4-B515-AE0F-AADF70B21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B95639-705C-071E-9331-00DE76DCF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F4941-48EB-F9D2-B2A2-3B71DE8D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7AADB-A707-16A9-748F-A14C169B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6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5EBDB-8C43-648B-3727-60D097A0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404345-2092-60D2-E5C8-2EB347184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D23F86-5F50-8913-3EC9-4C29C6CF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9D2DC-6D15-CE5E-CAF5-0899B240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63F88-A23C-9970-A2D2-1001E336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16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3D92D-F132-963E-71C9-28C97FD3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20856-2E8A-6E5B-3F02-D0DAFBF95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47E799-65C9-3153-2495-0685708A8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1FB665-E550-B667-E292-462FAD09C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9CCF6C-C3A6-67C7-E811-1FBF098D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5783D2-B70A-473D-9386-D1C77466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578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529BF-B537-A70D-E426-110BC73CC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A273DD-3EB9-5812-1BDA-F21A299D5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4AF437-0F14-54EC-09AD-ACD8CA0FE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0F8291-33A5-1D68-C5D5-0149E2440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B9D504-E542-1877-D698-C01022370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F75579-B1C4-9C8F-2495-D64B63073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C43C76-426B-DF32-12B8-73E7ADAE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B9987C-53E5-9C98-64B0-678CF6D6D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786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67DF4F-606F-72C9-3990-C9BA75F2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87E1F1-C0BD-88C5-561F-E382457C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59BEDA-D3F6-108B-72FD-2DE98296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71199A-677C-DA9F-24E3-D8586BE1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395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D8F379-D645-2330-A9EA-A5E4844CF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ABACA5-9442-57F0-9D9B-0E463CDE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60F398-CFC5-4FBB-ECD5-474785A9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72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539D9E-8191-DF19-2639-202D0F8B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546D1-4983-357E-5DC6-93350737B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E8454D-7AED-CFDB-EDC0-CF78D5BF6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DC3BC1-2A24-20F5-2524-BFB7EC977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35272F-C82C-2377-A524-74A06282D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19F80B-B393-95CA-E86C-3B5B885D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52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80AB5-9F2D-B83F-F6B2-603C3375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F63E8-A0BF-5C9A-FE63-54E13B49F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6BFB7C-F02A-98B7-3B4E-EB007C410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15079E-3BE7-4A3D-9F7A-A38CD66F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873135-1320-0582-B7A9-B8C5DA9E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F726F0-4BDB-2849-C388-2BE73824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12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670B8-0413-7CE6-072A-294A21CA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53A5AE-59DD-62C2-C40C-DE9C6D70C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300EF6-0BAC-AF55-5142-58D905ADA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78F4C5-B48C-7CC7-60EB-2DF31805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5876E-713A-AAC0-A1C4-C060E3FC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61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9BF427-C4BA-8C71-BFE6-AB65850DB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FA23D7-F2EA-AA98-6032-35C878155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A1CD5D-B21E-562C-4EA4-2B9B6DC4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C39527-08EB-E8EA-D81B-A1D9B23CA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6A58D-C319-51D1-6643-612E806B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030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478FFD-5E60-B5ED-4F34-F15E3A12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C4556F-C62F-C900-40EA-25B1F6CDC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835AB1-111F-DC30-1DED-5C3EEE9E2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22225-95C5-4CA4-AB69-E2E587BA238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41D9ED-4848-C3FC-BA56-E7DB81C1B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01F0C3-4177-3ECA-A99F-3690874CF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EF345-3F92-46C2-99AB-6C6623EE8A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38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A7FF4-F44F-4B12-9F9D-C328F3A18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41" y="109261"/>
            <a:ext cx="2349617" cy="779972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后端流程图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9D651A4-7677-1597-F5AF-3C3B9491AAC1}"/>
              </a:ext>
            </a:extLst>
          </p:cNvPr>
          <p:cNvSpPr/>
          <p:nvPr/>
        </p:nvSpPr>
        <p:spPr>
          <a:xfrm>
            <a:off x="788566" y="1841382"/>
            <a:ext cx="675314" cy="2558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9E3C5BF-1D4C-A655-97E0-15B2733BCD36}"/>
              </a:ext>
            </a:extLst>
          </p:cNvPr>
          <p:cNvCxnSpPr>
            <a:stCxn id="4" idx="3"/>
          </p:cNvCxnSpPr>
          <p:nvPr/>
        </p:nvCxnSpPr>
        <p:spPr>
          <a:xfrm flipV="1">
            <a:off x="1463880" y="1967218"/>
            <a:ext cx="700480" cy="2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266DD6C-0925-E4B8-E8A4-433827476E02}"/>
              </a:ext>
            </a:extLst>
          </p:cNvPr>
          <p:cNvSpPr/>
          <p:nvPr/>
        </p:nvSpPr>
        <p:spPr>
          <a:xfrm>
            <a:off x="2164360" y="1841382"/>
            <a:ext cx="2319556" cy="2558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backend.api.server:app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1FB7950-0795-25DA-4789-42AAA6A9D72D}"/>
              </a:ext>
            </a:extLst>
          </p:cNvPr>
          <p:cNvCxnSpPr>
            <a:stCxn id="7" idx="3"/>
          </p:cNvCxnSpPr>
          <p:nvPr/>
        </p:nvCxnSpPr>
        <p:spPr>
          <a:xfrm flipV="1">
            <a:off x="4483916" y="1967218"/>
            <a:ext cx="977317" cy="2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D430CC8-23A6-9271-EC03-8DE11B03F03D}"/>
              </a:ext>
            </a:extLst>
          </p:cNvPr>
          <p:cNvSpPr/>
          <p:nvPr/>
        </p:nvSpPr>
        <p:spPr>
          <a:xfrm>
            <a:off x="5481510" y="342899"/>
            <a:ext cx="4580389" cy="40508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形 11" descr="箭头循环 轮廓">
            <a:extLst>
              <a:ext uri="{FF2B5EF4-FFF2-40B4-BE49-F238E27FC236}">
                <a16:creationId xmlns:a16="http://schemas.microsoft.com/office/drawing/2014/main" id="{87002F79-CEB4-77E6-E3D8-9E5332BCC8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5595" y="2481627"/>
            <a:ext cx="545462" cy="54546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995D72B-DE00-7E41-779B-5AC7DE4E3847}"/>
              </a:ext>
            </a:extLst>
          </p:cNvPr>
          <p:cNvSpPr txBox="1"/>
          <p:nvPr/>
        </p:nvSpPr>
        <p:spPr>
          <a:xfrm>
            <a:off x="6767817" y="-749"/>
            <a:ext cx="1774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execute_research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ECCFE0-7130-35D5-5246-D723C002D77D}"/>
              </a:ext>
            </a:extLst>
          </p:cNvPr>
          <p:cNvSpPr/>
          <p:nvPr/>
        </p:nvSpPr>
        <p:spPr>
          <a:xfrm>
            <a:off x="6962860" y="484945"/>
            <a:ext cx="1468073" cy="322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Init_state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54BCDD-B19C-8EFC-3DEB-3923AC9932A3}"/>
              </a:ext>
            </a:extLst>
          </p:cNvPr>
          <p:cNvSpPr/>
          <p:nvPr/>
        </p:nvSpPr>
        <p:spPr>
          <a:xfrm>
            <a:off x="6962860" y="807717"/>
            <a:ext cx="1468073" cy="3235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_snapshot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A38F47-C39D-B866-A290-6BEA2C57E09E}"/>
              </a:ext>
            </a:extLst>
          </p:cNvPr>
          <p:cNvSpPr/>
          <p:nvPr/>
        </p:nvSpPr>
        <p:spPr>
          <a:xfrm>
            <a:off x="6962859" y="1151403"/>
            <a:ext cx="1468073" cy="322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plan_tasks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194394-2C2E-BC2F-AF82-C23EBFE84D4C}"/>
              </a:ext>
            </a:extLst>
          </p:cNvPr>
          <p:cNvSpPr/>
          <p:nvPr/>
        </p:nvSpPr>
        <p:spPr>
          <a:xfrm>
            <a:off x="6962858" y="1496588"/>
            <a:ext cx="1468073" cy="3235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_snapshot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8F93B9AE-E895-4ED0-BCBB-5778BE9CE80F}"/>
              </a:ext>
            </a:extLst>
          </p:cNvPr>
          <p:cNvSpPr/>
          <p:nvPr/>
        </p:nvSpPr>
        <p:spPr>
          <a:xfrm>
            <a:off x="7598326" y="1839487"/>
            <a:ext cx="113252" cy="357963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9B0BAF-C2DE-DC30-117A-A55AB5A55129}"/>
              </a:ext>
            </a:extLst>
          </p:cNvPr>
          <p:cNvSpPr/>
          <p:nvPr/>
        </p:nvSpPr>
        <p:spPr>
          <a:xfrm>
            <a:off x="6343124" y="2572316"/>
            <a:ext cx="849385" cy="3235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12899B-F3BA-BF15-5D86-CA914EA5E140}"/>
              </a:ext>
            </a:extLst>
          </p:cNvPr>
          <p:cNvSpPr/>
          <p:nvPr/>
        </p:nvSpPr>
        <p:spPr>
          <a:xfrm>
            <a:off x="7208593" y="2248757"/>
            <a:ext cx="849385" cy="3235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5822DA-D9A2-0B26-9C72-0B556DCCEBC6}"/>
              </a:ext>
            </a:extLst>
          </p:cNvPr>
          <p:cNvSpPr/>
          <p:nvPr/>
        </p:nvSpPr>
        <p:spPr>
          <a:xfrm>
            <a:off x="8054123" y="2577972"/>
            <a:ext cx="980807" cy="3235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C17883-73D1-EAEB-531F-399CDDA77EF2}"/>
              </a:ext>
            </a:extLst>
          </p:cNvPr>
          <p:cNvSpPr/>
          <p:nvPr/>
        </p:nvSpPr>
        <p:spPr>
          <a:xfrm>
            <a:off x="6343124" y="2915215"/>
            <a:ext cx="2691806" cy="2934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_snapshot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478122-0411-55EB-1C12-C1CCAE3FEFBA}"/>
              </a:ext>
            </a:extLst>
          </p:cNvPr>
          <p:cNvSpPr/>
          <p:nvPr/>
        </p:nvSpPr>
        <p:spPr>
          <a:xfrm>
            <a:off x="6343124" y="3513248"/>
            <a:ext cx="2691806" cy="322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Generate_final_report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ADF6E32E-9154-8C13-5E96-7DE343212E05}"/>
              </a:ext>
            </a:extLst>
          </p:cNvPr>
          <p:cNvSpPr/>
          <p:nvPr/>
        </p:nvSpPr>
        <p:spPr>
          <a:xfrm>
            <a:off x="7609402" y="3244765"/>
            <a:ext cx="113431" cy="23239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B807F7-7A7E-2E05-9A9C-6D26B188A10D}"/>
              </a:ext>
            </a:extLst>
          </p:cNvPr>
          <p:cNvSpPr/>
          <p:nvPr/>
        </p:nvSpPr>
        <p:spPr>
          <a:xfrm>
            <a:off x="6343124" y="3858598"/>
            <a:ext cx="2691806" cy="2934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_snapshot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83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1265D1-78FD-97D8-9863-1F3713BC8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560" y="1128319"/>
            <a:ext cx="3247239" cy="2800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接收用户意图，拆解为结构化的子任务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DAG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0216B8C-4B8C-1E9F-0EED-2216910B9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764872" cy="7631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plan_tasks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84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5727E-CE6C-2A01-DC19-897F7473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991374" cy="612192"/>
          </a:xfrm>
        </p:spPr>
        <p:txBody>
          <a:bodyPr>
            <a:noAutofit/>
          </a:bodyPr>
          <a:lstStyle/>
          <a:p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plan_tasks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A5B4AC-3ABB-D052-D882-2B6132F53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956" y="1103151"/>
            <a:ext cx="10405844" cy="5073811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## </a:t>
            </a:r>
            <a:r>
              <a:rPr lang="zh-CN" altLang="en-US" sz="2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输出格式</a:t>
            </a:r>
            <a:br>
              <a:rPr lang="zh-CN" altLang="en-US" sz="2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</a:br>
            <a:r>
              <a:rPr lang="zh-CN" altLang="en-US" sz="2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你必须返回一个</a:t>
            </a:r>
            <a:r>
              <a:rPr lang="zh-CN" altLang="en-US" sz="28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JSON</a:t>
            </a:r>
            <a:r>
              <a:rPr lang="zh-CN" altLang="en-US" sz="2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，格式如下：</a:t>
            </a:r>
            <a:br>
              <a:rPr lang="zh-CN" altLang="en-US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{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"</a:t>
            </a:r>
            <a:r>
              <a:rPr lang="en-US" altLang="zh-CN" sz="2800" dirty="0" err="1">
                <a:solidFill>
                  <a:srgbClr val="067D17"/>
                </a:solidFill>
                <a:effectLst/>
                <a:latin typeface="JetBrains Mono"/>
              </a:rPr>
              <a:t>plan_summary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": "</a:t>
            </a:r>
            <a:r>
              <a:rPr lang="zh-CN" altLang="en-US" sz="2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用一句话概述你的执行计划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",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"</a:t>
            </a:r>
            <a:r>
              <a:rPr lang="en-US" altLang="zh-CN" sz="2800" dirty="0" err="1">
                <a:solidFill>
                  <a:srgbClr val="067D17"/>
                </a:solidFill>
                <a:effectLst/>
                <a:latin typeface="JetBrains Mono"/>
              </a:rPr>
              <a:t>sub_tasks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": [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{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  "id": "task_1",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  "type": "search",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  "description": "</a:t>
            </a:r>
            <a:r>
              <a:rPr lang="zh-CN" altLang="en-US" sz="2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在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PubMed</a:t>
            </a:r>
            <a:r>
              <a:rPr lang="zh-CN" altLang="en-US" sz="2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中检索关于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XXX</a:t>
            </a:r>
            <a:r>
              <a:rPr lang="zh-CN" altLang="en-US" sz="2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的文献，限定近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3</a:t>
            </a:r>
            <a:r>
              <a:rPr lang="zh-CN" altLang="en-US" sz="2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年，临床试验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",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  "</a:t>
            </a:r>
            <a:r>
              <a:rPr lang="en-US" altLang="zh-CN" sz="2800" dirty="0" err="1">
                <a:solidFill>
                  <a:srgbClr val="067D17"/>
                </a:solidFill>
                <a:effectLst/>
                <a:latin typeface="JetBrains Mono"/>
              </a:rPr>
              <a:t>depends_on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": [],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  "status": "pending"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},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{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  "id": "task_2",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  "type": "parse",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  "description": "</a:t>
            </a:r>
            <a:r>
              <a:rPr lang="zh-CN" altLang="en-US" sz="2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解析检索到的文献摘要，提取目标、方法、关键结果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",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  "</a:t>
            </a:r>
            <a:r>
              <a:rPr lang="en-US" altLang="zh-CN" sz="2800" dirty="0" err="1">
                <a:solidFill>
                  <a:srgbClr val="067D17"/>
                </a:solidFill>
                <a:effectLst/>
                <a:latin typeface="JetBrains Mono"/>
              </a:rPr>
              <a:t>depends_on</a:t>
            </a: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": ["task_1"],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  "status": "pending"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},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  ...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  ]</a:t>
            </a:r>
            <a:b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altLang="zh-CN" sz="2800" dirty="0">
                <a:solidFill>
                  <a:srgbClr val="067D17"/>
                </a:solidFill>
                <a:effectLst/>
                <a:latin typeface="JetBrains Mono"/>
              </a:rPr>
              <a:t>}</a:t>
            </a:r>
            <a:endParaRPr lang="en-US" altLang="zh-CN" sz="2800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178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DADFC9-C843-3F97-4279-4B996BD8C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726F416-C372-3D3A-1E8D-A53FB094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997279" cy="74222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421743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7A6803-A6E3-BEB5-F93A-0DB5D68AE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5496796-EFAD-0929-A5A0-1EC8EDF0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303477" cy="76319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</a:p>
        </p:txBody>
      </p:sp>
    </p:spTree>
    <p:extLst>
      <p:ext uri="{BB962C8B-B14F-4D97-AF65-F5344CB8AC3E}">
        <p14:creationId xmlns:p14="http://schemas.microsoft.com/office/powerpoint/2010/main" val="1996435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2EFA58-651A-D631-50FC-4EF3ED65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52288" cy="70447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</a:p>
        </p:txBody>
      </p:sp>
    </p:spTree>
    <p:extLst>
      <p:ext uri="{BB962C8B-B14F-4D97-AF65-F5344CB8AC3E}">
        <p14:creationId xmlns:p14="http://schemas.microsoft.com/office/powerpoint/2010/main" val="4091692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232</Words>
  <Application>Microsoft Office PowerPoint</Application>
  <PresentationFormat>宽屏</PresentationFormat>
  <Paragraphs>21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JetBrains Mono</vt:lpstr>
      <vt:lpstr>等线</vt:lpstr>
      <vt:lpstr>等线 Light</vt:lpstr>
      <vt:lpstr>黑体</vt:lpstr>
      <vt:lpstr>Arial</vt:lpstr>
      <vt:lpstr>Courier New</vt:lpstr>
      <vt:lpstr>Times New Roman</vt:lpstr>
      <vt:lpstr>Office 主题​​</vt:lpstr>
      <vt:lpstr>后端流程图</vt:lpstr>
      <vt:lpstr>plan_tasks</vt:lpstr>
      <vt:lpstr>plan_tasks</vt:lpstr>
      <vt:lpstr>search</vt:lpstr>
      <vt:lpstr>parser</vt:lpstr>
      <vt:lpstr>compare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42</cp:revision>
  <dcterms:created xsi:type="dcterms:W3CDTF">2026-05-27T07:17:04Z</dcterms:created>
  <dcterms:modified xsi:type="dcterms:W3CDTF">2026-05-27T12:13:10Z</dcterms:modified>
</cp:coreProperties>
</file>